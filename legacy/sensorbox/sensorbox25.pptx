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17"/>
  </p:notesMasterIdLst>
  <p:handoutMasterIdLst>
    <p:handoutMasterId r:id="rId18"/>
  </p:handoutMasterIdLst>
  <p:sldIdLst>
    <p:sldId id="1157" r:id="rId2"/>
    <p:sldId id="1098" r:id="rId3"/>
    <p:sldId id="1156" r:id="rId4"/>
    <p:sldId id="1154" r:id="rId5"/>
    <p:sldId id="1155" r:id="rId6"/>
    <p:sldId id="1144" r:id="rId7"/>
    <p:sldId id="1148" r:id="rId8"/>
    <p:sldId id="1143" r:id="rId9"/>
    <p:sldId id="1145" r:id="rId10"/>
    <p:sldId id="1149" r:id="rId11"/>
    <p:sldId id="1146" r:id="rId12"/>
    <p:sldId id="1150" r:id="rId13"/>
    <p:sldId id="1151" r:id="rId14"/>
    <p:sldId id="1153" r:id="rId15"/>
    <p:sldId id="1152" r:id="rId16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3002" autoAdjust="0"/>
  </p:normalViewPr>
  <p:slideViewPr>
    <p:cSldViewPr>
      <p:cViewPr varScale="1">
        <p:scale>
          <a:sx n="77" d="100"/>
          <a:sy n="77" d="100"/>
        </p:scale>
        <p:origin x="250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21.10.2025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21.10.2025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substitutions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"s3_mini_sensorbox"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esphome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esp32: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board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esp32-s3-devkitc-1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variant: esp32s3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type: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arduino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wifi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!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wifi_ssid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password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!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wifi_password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fast_connect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substitutions.name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password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"12345678"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captive_portal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logger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ota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password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"585353d758e3f126d2f4982f0695d956"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esphome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web_server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80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encryption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"18T6rbg6kRjpusDhj2opiK2Rr9jksMd7ikNJ7IwsSeE="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mqtt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!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mqtt_broker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!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mqtt_user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password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!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mqtt_password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i2c: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sda: GPIO09  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scl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GPIO08  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bus_a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uart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ld2410_uart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rx_pin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GPIO11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tx_pin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GPIO10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baud_rate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256000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parity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NONE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stop_bits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spi: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clk_pin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GPIO01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mosi_pin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GPIO02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ld2410: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uart_id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ld2410_uart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binary_sensor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ld2410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has_target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}_Presence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presence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on_press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# This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correctly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nested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presence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binary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sensor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-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light.turn_on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tft_light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brightness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100% # Set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100%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someone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on_release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# This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correctly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nested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presence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binary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sensor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-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light.turn_on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tft_light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brightness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20% #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20%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   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has_moving_target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Moving_Target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has_still_target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Still_Target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ld2410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light: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}_light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moving_distance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Moving_Distance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ld2410_distance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still_distance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Still_Distance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moving_energy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Move_Energy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still_energy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Still_Energy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detection_distance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Detection_Distance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scd4x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co2: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}_scd41_CO2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co2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temperature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}_scd41_Temperature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scd41_temperature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filters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-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- 6.5; 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humidity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}_scd41_Humidity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scd41_humidity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#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temperature_offset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-6.5 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tsl2591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Tsl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2591"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"my_tls2591"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0x29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update_interval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5s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gain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device_factor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53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glass_attenuation_factor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14.4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visible: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}_TSL2591_visible_light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infrared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}_TSL2591_infrared_light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full_spectrum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}_TSL2591_full_spectrum_light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calculated_lux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i_lux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}_TSL2591_Lux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actual_gain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actual_gain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}_TSL2591_actual_gain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unit_of_measurement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lx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text_sensor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ld2410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"LD2410 Firmware Version"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file: "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/Arial.ttf"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font1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40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ili9xxx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ST7789V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dc_pin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GPIO04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reset_pin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GPIO05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cs_pin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GPIO03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data_rate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40MHz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update_interval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1s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invert_colors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rotation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270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dimensions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240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320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|-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Color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Color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Color::WHITE;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// CO2-abhängige Hintergrundfarbe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(co2).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&lt;= 700) {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Color(0, 255, 0);     // Grün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Color::BLACK;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}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(co2).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&lt;= 1000) {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Color(255, 255, 0);   // Gelb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Color::BLACK;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}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Color(255, 0, 0);     // Rot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}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it.fill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it.printf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(0, 10,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(font1),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"Co2:     %d ppm", 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(co2).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it.printf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(0, 60,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(font1),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"%.1f°",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(scd41_temperature).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it.printf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(160, 60,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(font1),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"%d%%", 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(scd41_humidity).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it.printf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(0, 110,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(font1),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"Helligkeit: %d Lux", 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i_lux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presence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it.printf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(0, 160,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(font1),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"Anwesend");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}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it.printf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(0, 160,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(font1),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"Frei");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}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it.printf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(200, 160,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(font1),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"%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dcm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(ld2410_distance).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it.fill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it.printf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(0, 10,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(font1),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"Co2:     %d ppm", 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(co2).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it.printf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(0, 60,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(font1),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"%.1f°",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(scd41_temperature).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it.printf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(160, 60,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(font1),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"%d%%", 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(scd41_humidity).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it.printf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(0, 110,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(font1),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"Helligkeit: %d Lux", 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i_lux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presence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it.printf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(0, 160,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(font1),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"Anwesend");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}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it.printf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(0, 160,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(font1),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"Frei");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}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it.printf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(200, 160,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(font1),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text_color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"%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dcm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(ld2410_distance).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ledc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GPIO06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backlight_pwm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frequency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20000Hz  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gpio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GPIO07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buzzer_output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}_Buzzer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buzzer_output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buzzer_switch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monochromatic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backlight_pwm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"TFT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Backlight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tft_light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default_transition_length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0s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restore_mode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ALWAYS_ON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on_turn_on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-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light.dim_relative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tft_light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relative_brightness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100%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12038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67755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25155C-56DD-9A8D-7280-18A4B82B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Sensorbox 2025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C74F5C-485D-DCEB-B05D-90ECAC1E06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EDA66F1-BF48-FA1B-30D3-4B5B91EA3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425" y="1252537"/>
            <a:ext cx="539115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3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4F010E-AF93-4564-AAE9-3D202E90C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Sensorbox in Klasse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A9E942-21B8-4531-AA99-83067838C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DE" sz="2000" dirty="0"/>
              <a:t>Ziele</a:t>
            </a:r>
          </a:p>
          <a:p>
            <a:pPr lvl="1"/>
            <a:r>
              <a:rPr lang="de-DE" sz="1800" dirty="0"/>
              <a:t>Luftqualität in Klassen hoch halten</a:t>
            </a:r>
          </a:p>
          <a:p>
            <a:pPr lvl="1"/>
            <a:r>
              <a:rPr lang="de-DE" sz="1800" dirty="0"/>
              <a:t>Mindestmaß an Sicherheit (Authentication, Verschlüsselung)</a:t>
            </a:r>
          </a:p>
          <a:p>
            <a:r>
              <a:rPr lang="de-DE" sz="2000" dirty="0"/>
              <a:t>Grundkonzept</a:t>
            </a:r>
          </a:p>
          <a:p>
            <a:pPr lvl="1"/>
            <a:r>
              <a:rPr lang="de-DE" sz="1800" dirty="0"/>
              <a:t>Kommunikation über MQTT</a:t>
            </a:r>
          </a:p>
          <a:p>
            <a:pPr lvl="2"/>
            <a:r>
              <a:rPr lang="de-DE" sz="1600" dirty="0"/>
              <a:t>Keine direkte Einbindung in </a:t>
            </a:r>
            <a:r>
              <a:rPr lang="de-DE" sz="1600" dirty="0" err="1"/>
              <a:t>HomeAssistant</a:t>
            </a:r>
            <a:endParaRPr lang="de-DE" sz="1600" dirty="0"/>
          </a:p>
          <a:p>
            <a:pPr lvl="1"/>
            <a:r>
              <a:rPr lang="de-DE" sz="1800" dirty="0"/>
              <a:t>Programmierung mittels </a:t>
            </a:r>
            <a:r>
              <a:rPr lang="de-DE" sz="1800" dirty="0" err="1"/>
              <a:t>EspHome</a:t>
            </a:r>
            <a:endParaRPr lang="de-DE" sz="1800" dirty="0"/>
          </a:p>
          <a:p>
            <a:pPr lvl="2"/>
            <a:r>
              <a:rPr lang="de-DE" sz="1600" dirty="0"/>
              <a:t>YAML-basiert</a:t>
            </a:r>
          </a:p>
        </p:txBody>
      </p:sp>
    </p:spTree>
    <p:extLst>
      <p:ext uri="{BB962C8B-B14F-4D97-AF65-F5344CB8AC3E}">
        <p14:creationId xmlns:p14="http://schemas.microsoft.com/office/powerpoint/2010/main" val="264591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CA651A-B413-0012-79E8-8C991DB05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Gehäuse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E909FC-3CA2-93A3-CB12-6D158D318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r>
              <a:rPr lang="de-AT" sz="1800" dirty="0"/>
              <a:t>CB RS02VWH</a:t>
            </a:r>
            <a:r>
              <a:rPr lang="de-AT" dirty="0"/>
              <a:t> </a:t>
            </a:r>
            <a:endParaRPr lang="de-AT" sz="1800" dirty="0"/>
          </a:p>
          <a:p>
            <a:r>
              <a:rPr lang="de-AT" sz="1800" dirty="0"/>
              <a:t>Reichelt</a:t>
            </a:r>
          </a:p>
          <a:p>
            <a:pPr lvl="1"/>
            <a:r>
              <a:rPr lang="de-AT" sz="1600" dirty="0"/>
              <a:t>https://www.reichelt.at/at/de/shop/produkt/sensorgehaeuse_74x74x25_5_mm_belueftet_weiss-317699?PROVID=2807&amp;gad_source=1&amp;gad_campaignid=20946573290&amp;gbraid=0AAAAADwnxtYXVRI5GP9bVSBG_rb7VdoHp&amp;gclid=CjwKCAjw4efDBhATEiwAaDBpbmL_2IdlwPeaRi9OWRuRgoHUdS2C4nPwOrCqMHqKqlqrfzIGSTVy_BoCFJwQAvD_BwE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DE35A29-8645-1141-57AF-9F38A382D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3972364"/>
            <a:ext cx="2886075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13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1817F2-ADF6-2286-0BFB-B46B5C248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Vorderansicht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2ADB3A-5C10-5BD8-971A-9AC7F34E96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 err="1"/>
              <a:t>Oled</a:t>
            </a:r>
            <a:r>
              <a:rPr lang="de-AT" dirty="0"/>
              <a:t>-Display</a:t>
            </a:r>
          </a:p>
          <a:p>
            <a:r>
              <a:rPr lang="de-AT" dirty="0"/>
              <a:t>SCD40 CO2-Sensor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3C2D2B7-FC7E-27C0-7C3F-089ADA67A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805351" y="730452"/>
            <a:ext cx="3332375" cy="4408297"/>
          </a:xfrm>
          <a:prstGeom prst="rect">
            <a:avLst/>
          </a:prstGeom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0FDB162-3DFD-94BC-147F-C1C89F8CD319}"/>
              </a:ext>
            </a:extLst>
          </p:cNvPr>
          <p:cNvCxnSpPr/>
          <p:nvPr/>
        </p:nvCxnSpPr>
        <p:spPr>
          <a:xfrm>
            <a:off x="2771800" y="1484784"/>
            <a:ext cx="4104456" cy="864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75484719-2779-E80E-0898-5EFE7B69AC20}"/>
              </a:ext>
            </a:extLst>
          </p:cNvPr>
          <p:cNvCxnSpPr>
            <a:cxnSpLocks/>
          </p:cNvCxnSpPr>
          <p:nvPr/>
        </p:nvCxnSpPr>
        <p:spPr>
          <a:xfrm>
            <a:off x="2915816" y="2204864"/>
            <a:ext cx="3888432" cy="15121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21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797D91-C3A2-9FB8-8120-AE6C21176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Innenansicht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8AAA014-9015-FBAF-4B08-961F70701B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Lux-Meter</a:t>
            </a:r>
          </a:p>
          <a:p>
            <a:r>
              <a:rPr lang="de-AT" dirty="0"/>
              <a:t>Radarsensor</a:t>
            </a:r>
          </a:p>
          <a:p>
            <a:r>
              <a:rPr lang="de-AT" dirty="0"/>
              <a:t>OLED-Display</a:t>
            </a:r>
          </a:p>
          <a:p>
            <a:r>
              <a:rPr lang="de-AT" dirty="0"/>
              <a:t>Buzzer</a:t>
            </a:r>
          </a:p>
          <a:p>
            <a:r>
              <a:rPr lang="de-AT" dirty="0"/>
              <a:t>CO2-Sensor</a:t>
            </a:r>
          </a:p>
          <a:p>
            <a:endParaRPr lang="de-AT" dirty="0"/>
          </a:p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7C46DBA-C20D-77C4-E450-0F68D0893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344469" y="1432396"/>
            <a:ext cx="3590925" cy="3695700"/>
          </a:xfrm>
          <a:prstGeom prst="rect">
            <a:avLst/>
          </a:prstGeom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5EF8A358-9DE2-AB07-2ECC-32232820337A}"/>
              </a:ext>
            </a:extLst>
          </p:cNvPr>
          <p:cNvCxnSpPr>
            <a:cxnSpLocks/>
          </p:cNvCxnSpPr>
          <p:nvPr/>
        </p:nvCxnSpPr>
        <p:spPr>
          <a:xfrm>
            <a:off x="2771800" y="1484784"/>
            <a:ext cx="3672408" cy="6480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F592605B-9689-232D-4F42-EA4CB7F67EF5}"/>
              </a:ext>
            </a:extLst>
          </p:cNvPr>
          <p:cNvCxnSpPr>
            <a:cxnSpLocks/>
          </p:cNvCxnSpPr>
          <p:nvPr/>
        </p:nvCxnSpPr>
        <p:spPr>
          <a:xfrm>
            <a:off x="2924200" y="1988840"/>
            <a:ext cx="3736032" cy="4320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2A48F0E-6B49-941A-1CCB-852863C4E097}"/>
              </a:ext>
            </a:extLst>
          </p:cNvPr>
          <p:cNvCxnSpPr>
            <a:cxnSpLocks/>
          </p:cNvCxnSpPr>
          <p:nvPr/>
        </p:nvCxnSpPr>
        <p:spPr>
          <a:xfrm>
            <a:off x="3076600" y="2492896"/>
            <a:ext cx="3079576" cy="2160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D9950DD6-AE21-6ADB-36BE-D01DFD5FA7B8}"/>
              </a:ext>
            </a:extLst>
          </p:cNvPr>
          <p:cNvCxnSpPr>
            <a:cxnSpLocks/>
          </p:cNvCxnSpPr>
          <p:nvPr/>
        </p:nvCxnSpPr>
        <p:spPr>
          <a:xfrm flipV="1">
            <a:off x="3076600" y="2852936"/>
            <a:ext cx="4015680" cy="144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49FD0725-C205-455A-3BF9-ACDBB933FEF2}"/>
              </a:ext>
            </a:extLst>
          </p:cNvPr>
          <p:cNvCxnSpPr>
            <a:cxnSpLocks/>
          </p:cNvCxnSpPr>
          <p:nvPr/>
        </p:nvCxnSpPr>
        <p:spPr>
          <a:xfrm>
            <a:off x="2843808" y="3429000"/>
            <a:ext cx="39604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662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E0E50E-1DEB-C3B9-DF80-00B7D727C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Prozessor ES32-S3-Super-Mini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D892B1-7567-88A5-E165-12FF996989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96752"/>
            <a:ext cx="8207375" cy="4608165"/>
          </a:xfrm>
        </p:spPr>
        <p:txBody>
          <a:bodyPr/>
          <a:lstStyle/>
          <a:p>
            <a:r>
              <a:rPr lang="de-AT" dirty="0"/>
              <a:t>Montage per Superkleber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3F4B6D9-C4B4-25F1-13E3-DB7D8B962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24" y="2348880"/>
            <a:ext cx="3311600" cy="272853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C9A800F-81D4-AD14-72B0-ECDB5F6F1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2492896"/>
            <a:ext cx="2735100" cy="295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162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093875-29FA-CAC0-0954-217C7813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S3-Supermini </a:t>
            </a:r>
            <a:r>
              <a:rPr lang="de-AT" dirty="0" err="1"/>
              <a:t>Pinout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BE745D-FE0C-2E76-A6FB-F5E85C2AB2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342D17-17AC-7606-1D8B-EB13355A2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2" y="1556792"/>
            <a:ext cx="8425728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68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5813F4-A42F-6122-1D03-13FA99E58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CO2-Sensor SCD40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CF7322-74A6-373D-8A2C-440E25B6A1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4751759" cy="4608165"/>
          </a:xfrm>
        </p:spPr>
        <p:txBody>
          <a:bodyPr/>
          <a:lstStyle/>
          <a:p>
            <a:r>
              <a:rPr lang="de-AT" dirty="0"/>
              <a:t>CO2, Temperatur und Luftfeuchtigkeit</a:t>
            </a:r>
          </a:p>
          <a:p>
            <a:r>
              <a:rPr lang="de-AT" dirty="0"/>
              <a:t>I2C</a:t>
            </a:r>
          </a:p>
          <a:p>
            <a:r>
              <a:rPr lang="de-AT" dirty="0"/>
              <a:t>Preis: ca. 15€</a:t>
            </a:r>
          </a:p>
          <a:p>
            <a:endParaRPr lang="de-AT" dirty="0"/>
          </a:p>
          <a:p>
            <a:r>
              <a:rPr lang="de-AT" dirty="0"/>
              <a:t>Ersetzt MH-Z19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2D41023-3B4C-785B-DEB7-1844831B2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1817104"/>
            <a:ext cx="3708265" cy="351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50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1B00B5-255D-7F05-7F0A-2F1D087D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2“ OLED-Display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5BF216-F1FA-5146-A7D4-9AC2EEFB1B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400" dirty="0"/>
              <a:t>Signalisierung statt </a:t>
            </a:r>
            <a:r>
              <a:rPr lang="de-AT" sz="2400" dirty="0" err="1"/>
              <a:t>Neopixel</a:t>
            </a:r>
            <a:endParaRPr lang="de-AT" sz="2400" dirty="0"/>
          </a:p>
          <a:p>
            <a:r>
              <a:rPr lang="de-AT" sz="2400" dirty="0"/>
              <a:t>Textausgabe der Sensorwerte</a:t>
            </a:r>
          </a:p>
          <a:p>
            <a:r>
              <a:rPr lang="de-AT" sz="2400" dirty="0"/>
              <a:t>SPI-Interface</a:t>
            </a:r>
          </a:p>
          <a:p>
            <a:pPr lvl="1"/>
            <a:r>
              <a:rPr lang="de-AT" sz="2000" dirty="0"/>
              <a:t>WEISS SCL </a:t>
            </a:r>
            <a:r>
              <a:rPr lang="de-AT" sz="2000" dirty="0">
                <a:sym typeface="Wingdings" panose="05000000000000000000" pitchFamily="2" charset="2"/>
              </a:rPr>
              <a:t> GPIO01</a:t>
            </a:r>
          </a:p>
          <a:p>
            <a:pPr lvl="1"/>
            <a:r>
              <a:rPr lang="de-AT" sz="2000" dirty="0">
                <a:sym typeface="Wingdings" panose="05000000000000000000" pitchFamily="2" charset="2"/>
              </a:rPr>
              <a:t>GRAU SDA  GPIO02</a:t>
            </a:r>
          </a:p>
          <a:p>
            <a:r>
              <a:rPr lang="de-AT" sz="2400" dirty="0">
                <a:sym typeface="Wingdings" panose="05000000000000000000" pitchFamily="2" charset="2"/>
              </a:rPr>
              <a:t>OLED</a:t>
            </a:r>
          </a:p>
          <a:p>
            <a:pPr lvl="1"/>
            <a:r>
              <a:rPr lang="de-AT" sz="2000" dirty="0">
                <a:sym typeface="Wingdings" panose="05000000000000000000" pitchFamily="2" charset="2"/>
              </a:rPr>
              <a:t>VIO RES  GPIO05</a:t>
            </a:r>
          </a:p>
          <a:p>
            <a:pPr lvl="1"/>
            <a:r>
              <a:rPr lang="de-AT" sz="2000" dirty="0">
                <a:sym typeface="Wingdings" panose="05000000000000000000" pitchFamily="2" charset="2"/>
              </a:rPr>
              <a:t>BLAU DC  GPIO04</a:t>
            </a:r>
          </a:p>
          <a:p>
            <a:pPr lvl="1"/>
            <a:r>
              <a:rPr lang="de-AT" sz="2000" dirty="0">
                <a:sym typeface="Wingdings" panose="05000000000000000000" pitchFamily="2" charset="2"/>
              </a:rPr>
              <a:t>GRÜN CS  GPIO03</a:t>
            </a:r>
          </a:p>
          <a:p>
            <a:pPr lvl="1"/>
            <a:r>
              <a:rPr lang="de-AT" sz="2000" dirty="0">
                <a:sym typeface="Wingdings" panose="05000000000000000000" pitchFamily="2" charset="2"/>
              </a:rPr>
              <a:t>GELB BL  GPIO06</a:t>
            </a:r>
          </a:p>
          <a:p>
            <a:pPr marL="541337" lvl="1" indent="0">
              <a:buNone/>
            </a:pPr>
            <a:endParaRPr lang="de-AT" sz="20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FAED526-96E8-24AA-4A06-51EF01683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2420888"/>
            <a:ext cx="3111996" cy="308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33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99C591-D47A-C355-D02C-F2C29483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Luxmeter TSL2591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4A00B0-0975-BCF5-A044-2363D4D650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I2C</a:t>
            </a:r>
          </a:p>
          <a:p>
            <a:r>
              <a:rPr lang="de-AT" dirty="0"/>
              <a:t>Statt LDR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6D95700-AE34-1DC2-E7DF-1361E8C6D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1719262"/>
            <a:ext cx="394335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03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3544A-F044-61A6-551F-886FE4F5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Buzzer 3V3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0964F7-965D-0D2A-7A02-87B22306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GPIO07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D2B0151-A73E-8A79-CC67-E70A87A3A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1764915"/>
            <a:ext cx="3865984" cy="38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36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2189FE4-075C-F7FB-6971-C9869801E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2276872"/>
            <a:ext cx="3531756" cy="261783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F3D425F-4988-5553-9360-8075B0284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Bewegungsmelder per Radarsensor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DC3D54-92B4-D550-3368-BEDF6653F2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Mit BLE </a:t>
            </a:r>
            <a:r>
              <a:rPr lang="de-AT" dirty="0">
                <a:sym typeface="Wingdings" panose="05000000000000000000" pitchFamily="2" charset="2"/>
              </a:rPr>
              <a:t> per App konfigurierbar</a:t>
            </a:r>
          </a:p>
          <a:p>
            <a:r>
              <a:rPr lang="de-AT" dirty="0">
                <a:sym typeface="Wingdings" panose="05000000000000000000" pitchFamily="2" charset="2"/>
              </a:rPr>
              <a:t>5V Versorgung  keine Störungen der OLED</a:t>
            </a:r>
          </a:p>
          <a:p>
            <a:r>
              <a:rPr lang="de-AT" dirty="0">
                <a:sym typeface="Wingdings" panose="05000000000000000000" pitchFamily="2" charset="2"/>
              </a:rPr>
              <a:t>UART-Schnittstelle</a:t>
            </a:r>
          </a:p>
        </p:txBody>
      </p:sp>
    </p:spTree>
    <p:extLst>
      <p:ext uri="{BB962C8B-B14F-4D97-AF65-F5344CB8AC3E}">
        <p14:creationId xmlns:p14="http://schemas.microsoft.com/office/powerpoint/2010/main" val="2822610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57ABAB-EBE0-2EC2-9FDE-15579707B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LD2410B - Verkabelung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25A9BE-65A1-94D0-F304-6ECF463A1E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sz="2400" dirty="0" err="1"/>
              <a:t>Rx</a:t>
            </a:r>
            <a:r>
              <a:rPr lang="de-AT" sz="2400" dirty="0"/>
              <a:t> – </a:t>
            </a:r>
            <a:r>
              <a:rPr lang="de-AT" sz="2400" dirty="0" err="1"/>
              <a:t>Tx</a:t>
            </a:r>
            <a:r>
              <a:rPr lang="de-AT" sz="2400" dirty="0"/>
              <a:t> auskreuzen</a:t>
            </a:r>
          </a:p>
          <a:p>
            <a:pPr lvl="1"/>
            <a:r>
              <a:rPr lang="de-AT" sz="2000" dirty="0"/>
              <a:t>2410 </a:t>
            </a:r>
            <a:r>
              <a:rPr lang="de-AT" sz="2000" dirty="0" err="1"/>
              <a:t>Rx</a:t>
            </a:r>
            <a:r>
              <a:rPr lang="de-AT" sz="2000" dirty="0"/>
              <a:t> </a:t>
            </a:r>
            <a:r>
              <a:rPr lang="de-AT" sz="2000" dirty="0">
                <a:sym typeface="Wingdings" panose="05000000000000000000" pitchFamily="2" charset="2"/>
              </a:rPr>
              <a:t> ESP32 PIO10</a:t>
            </a:r>
          </a:p>
          <a:p>
            <a:pPr lvl="1"/>
            <a:r>
              <a:rPr lang="de-AT" sz="2000" dirty="0">
                <a:sym typeface="Wingdings" panose="05000000000000000000" pitchFamily="2" charset="2"/>
              </a:rPr>
              <a:t>2410 </a:t>
            </a:r>
            <a:r>
              <a:rPr lang="de-AT" sz="2000" dirty="0" err="1">
                <a:sym typeface="Wingdings" panose="05000000000000000000" pitchFamily="2" charset="2"/>
              </a:rPr>
              <a:t>Tx</a:t>
            </a:r>
            <a:r>
              <a:rPr lang="de-AT" sz="2000" dirty="0">
                <a:sym typeface="Wingdings" panose="05000000000000000000" pitchFamily="2" charset="2"/>
              </a:rPr>
              <a:t>  ESP32 PIO11</a:t>
            </a:r>
            <a:endParaRPr lang="de-AT" sz="20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9C02154-1B3E-55F7-3615-8A1A54F47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2601712"/>
            <a:ext cx="5256584" cy="391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163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8BE7AB-3D5E-426F-7C41-EB04373B7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YAML-Datei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9BE7A0-58BA-5FB4-124C-00F067481F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04D076E-BCD4-B4F8-3347-37E42D9F3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1628800"/>
            <a:ext cx="4048125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91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A427F0-1534-EFB2-31CA-8C5EE31A4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secrets.yaml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8100D0-110A-C4D5-14CD-9323FC9237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82772CC-DB50-3B7A-4333-B865A3ADC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1736546"/>
            <a:ext cx="5472608" cy="338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628711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1727</Words>
  <Application>Microsoft Office PowerPoint</Application>
  <PresentationFormat>Bildschirmpräsentation (4:3)</PresentationFormat>
  <Paragraphs>282</Paragraphs>
  <Slides>15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Arial</vt:lpstr>
      <vt:lpstr>Calibri</vt:lpstr>
      <vt:lpstr>Symbol</vt:lpstr>
      <vt:lpstr>Wingdings</vt:lpstr>
      <vt:lpstr>2_Larissa</vt:lpstr>
      <vt:lpstr>Sensorbox 2025</vt:lpstr>
      <vt:lpstr>Sensorbox in Klasse</vt:lpstr>
      <vt:lpstr>Gehäuse</vt:lpstr>
      <vt:lpstr>Vorderansicht</vt:lpstr>
      <vt:lpstr>Innenansicht</vt:lpstr>
      <vt:lpstr>Prozessor ES32-S3-Super-Mini</vt:lpstr>
      <vt:lpstr>S3-Supermini Pinout</vt:lpstr>
      <vt:lpstr>CO2-Sensor SCD40</vt:lpstr>
      <vt:lpstr>2“ OLED-Display</vt:lpstr>
      <vt:lpstr>Luxmeter TSL2591</vt:lpstr>
      <vt:lpstr>Buzzer 3V3</vt:lpstr>
      <vt:lpstr>Bewegungsmelder per Radarsensor</vt:lpstr>
      <vt:lpstr>LD2410B - Verkabelung</vt:lpstr>
      <vt:lpstr>YAML-Datei</vt:lpstr>
      <vt:lpstr>secrets.yaml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808</cp:revision>
  <dcterms:created xsi:type="dcterms:W3CDTF">2011-08-18T07:37:01Z</dcterms:created>
  <dcterms:modified xsi:type="dcterms:W3CDTF">2025-10-21T13:39:00Z</dcterms:modified>
</cp:coreProperties>
</file>